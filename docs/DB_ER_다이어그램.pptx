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구조 ER 다이어그램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 · 생산 · 검사 · AS 통합관리시스템 — Supabase 스키마 기준 (seed.sql v3)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743200" cy="0"/>
          </a:xfrm>
          <a:prstGeom prst="line">
            <a:avLst/>
          </a:prstGeom>
          <a:noFill/>
          <a:ln w="25400">
            <a:solidFill>
              <a:srgbClr val="B886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도형(박스·선·텍스트)은 PowerPoint에서 자유롭게 이동·수정·삭제할 수 있는 개별 오브젝트로 구성되어 있습니다.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EGTRONICS CO., LTD.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ME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표기법 &amp; 전체 구성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949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813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범례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4572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298448" y="189280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실선 화살표 — 앱 로직상 참조 관계 (FK 성격, DB 제약은 없음)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487168"/>
            <a:ext cx="457200" cy="0"/>
          </a:xfrm>
          <a:prstGeom prst="line">
            <a:avLst/>
          </a:prstGeom>
          <a:noFill/>
          <a:ln w="15875">
            <a:solidFill>
              <a:srgbClr val="9AA5B1"/>
            </a:solidFill>
            <a:prstDash val="dash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298448" y="232257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점선 — 문자열 매칭 참조 (마스터 데이터 등, FK 아님)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75234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기본키   ·   FK  외래키(성격)   ·   UQ  UNIQUE 제약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18211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 끝 숫자(1 / N) — 관계의 카디널리티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560527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4813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전체 구성 (4개 도메인, 16개 테이블)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1901952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B886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12280" y="19019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오더 &amp; 생산 핵심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tb_sales_order 등 5개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55080" y="2404872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B886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12280" y="24048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마스터 데이터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tb_master_* 등 5개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55080" y="2907792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B886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29077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검사 성적서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tb_func/ship_inspection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55080" y="3410712"/>
            <a:ext cx="365760" cy="365760"/>
          </a:xfrm>
          <a:prstGeom prst="roundRect">
            <a:avLst>
              <a:gd name="adj" fmla="val 125000"/>
            </a:avLst>
          </a:prstGeom>
          <a:solidFill>
            <a:srgbClr val="B886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2280" y="34107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모듈  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tb_as_* 등 4개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6172200"/>
            <a:ext cx="11274552" cy="502920"/>
          </a:xfrm>
          <a:prstGeom prst="rect">
            <a:avLst/>
          </a:prstGeom>
          <a:solidFill>
            <a:srgbClr val="FBF3E3"/>
          </a:solidFill>
          <a:ln w="9525">
            <a:solidFill>
              <a:srgbClr val="E9D9A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6172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seed.sql(v3)에는 tb_func_inspection·tb_ship_inspection 이 serial_no UNIQUE 로 정의되어 있으나, 실제 db.js 로직은 order_id 기준으로 조회/저장합니다. tb_order_history 는 두 SQL 파일에 CREATE 문이 없어 db.js 사용 컬럼을 근거로 역추적했습니다 — DB 실물 스키마와 대조 확인을 권장합니다.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 /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오더 &amp; 생산 핵심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881360" y="320040"/>
            <a:ext cx="86868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141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tb_sales_order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45336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 오더 (핵심)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063240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783080"/>
            <a:ext cx="282549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customer_name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model_name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usage_type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cable_length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SMALLINT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requested_by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35240" y="123444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141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26680" y="123444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tb_usagetype_public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26680" y="154533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공용충전기 전용정보 (1:1)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635240" y="1737360"/>
            <a:ext cx="2880360" cy="127558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63256" y="1783080"/>
            <a:ext cx="264261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PK,FK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station_id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charger_no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router_no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usim_no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35240" y="342900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141A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3429000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tb_production_info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26680" y="373989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 실적 (1:1)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635240" y="3931920"/>
            <a:ext cx="2880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63256" y="3977640"/>
            <a:ext cx="264261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PK,FK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prod_date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serial_no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inspection_date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sw_version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fw_version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141A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60520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tb_customer_manager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471416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 담당자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30632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4709160"/>
            <a:ext cx="28254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customer_name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is_primary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INTEGER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77640" y="434340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141A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4343400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tb_order_history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69080" y="4654296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오더 변경 이력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977640" y="4846320"/>
            <a:ext cx="3063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05656" y="4892040"/>
            <a:ext cx="282549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history_id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SERIAL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serial_no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changed_at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changed_by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 flipV="1">
            <a:off x="3520440" y="2123694"/>
            <a:ext cx="4114800" cy="349758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892040" y="2179701"/>
            <a:ext cx="1371600" cy="237744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usage_type=공용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556293" y="2346686"/>
            <a:ext cx="329184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70203" y="2031004"/>
            <a:ext cx="329184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520440" y="2473452"/>
            <a:ext cx="4114800" cy="1961388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4892040" y="3335274"/>
            <a:ext cx="1371600" cy="237744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생산착수 시 생성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537441" y="2450283"/>
            <a:ext cx="329184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289055" y="4238553"/>
            <a:ext cx="329184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520440" y="3712464"/>
            <a:ext cx="457200" cy="630936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3063240" y="3909060"/>
            <a:ext cx="1371600" cy="237744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상태변경 시마다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73888" y="3765632"/>
            <a:ext cx="329184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95008" y="4070776"/>
            <a:ext cx="329184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988820" y="3712464"/>
            <a:ext cx="9144" cy="448056"/>
          </a:xfrm>
          <a:prstGeom prst="line">
            <a:avLst/>
          </a:prstGeom>
          <a:noFill/>
          <a:ln w="15875">
            <a:solidFill>
              <a:srgbClr val="9AA5B1"/>
            </a:solidFill>
            <a:prstDash val="dash"/>
            <a:tailEnd type="none"/>
          </a:ln>
        </p:spPr>
      </p:sp>
      <p:sp>
        <p:nvSpPr>
          <p:cNvPr id="43" name="Text 41"/>
          <p:cNvSpPr/>
          <p:nvPr/>
        </p:nvSpPr>
        <p:spPr>
          <a:xfrm>
            <a:off x="1303020" y="3817620"/>
            <a:ext cx="1371600" cy="237744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customer_name 매칭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57200" y="6172200"/>
            <a:ext cx="11274552" cy="502920"/>
          </a:xfrm>
          <a:prstGeom prst="rect">
            <a:avLst/>
          </a:prstGeom>
          <a:solidFill>
            <a:srgbClr val="FBF3E3"/>
          </a:solidFill>
          <a:ln w="9525">
            <a:solidFill>
              <a:srgbClr val="E9D9A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6172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tb_usagetype_public · tb_production_info 는 order_id 를 PK 겸 FK 로 공유하는 1:1 확장 테이블입니다. tb_customer_manager 는 customer_name 문자열로 tb_sales_order 및 tb_master_customer(4번 슬라이드) 와 연결됩니다.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 /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마스터 데이터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881360" y="320040"/>
            <a:ext cx="86868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0" y="278892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141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278892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tb_sales_order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0" y="309981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 (3번 슬라이드 전체 스키마)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0" y="3291840"/>
            <a:ext cx="301752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0016" y="3337560"/>
            <a:ext cx="27797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customer_name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cpo_name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model_name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requested_by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23444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141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23444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tb_master_customer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545336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 마스터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1737360"/>
            <a:ext cx="2606040" cy="809244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1783080"/>
            <a:ext cx="2368296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is_address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52560" y="123444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141A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12344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tb_master_cpo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0" y="154533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 운영사 마스터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052560" y="1737360"/>
            <a:ext cx="2651760" cy="809244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0576" y="1783080"/>
            <a:ext cx="2414016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SERIAL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141A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3484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tb_master_model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745736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충전기 모델 마스터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937760"/>
            <a:ext cx="26060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4983480"/>
            <a:ext cx="23682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SERIAL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model_code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06840" y="420624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141A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420624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tb_program_version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98280" y="4517136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S/W · F/W 통합 마스터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006840" y="4709160"/>
            <a:ext cx="2697480" cy="127558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34856" y="4754880"/>
            <a:ext cx="245973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SERIAL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BOOLEAN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46120" y="489204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141A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4892040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tb_users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37560" y="5202936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계정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46120" y="5394960"/>
            <a:ext cx="26060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74136" y="5440680"/>
            <a:ext cx="23682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063240" y="1890522"/>
            <a:ext cx="1508760" cy="1671066"/>
          </a:xfrm>
          <a:prstGeom prst="line">
            <a:avLst/>
          </a:prstGeom>
          <a:noFill/>
          <a:ln w="15875">
            <a:solidFill>
              <a:srgbClr val="9AA5B1"/>
            </a:solidFill>
            <a:prstDash val="dash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3131820" y="2607183"/>
            <a:ext cx="1371600" cy="237744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customer_name = name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 flipV="1">
            <a:off x="7589520" y="1890522"/>
            <a:ext cx="1463040" cy="1671066"/>
          </a:xfrm>
          <a:prstGeom prst="line">
            <a:avLst/>
          </a:prstGeom>
          <a:noFill/>
          <a:ln w="15875">
            <a:solidFill>
              <a:srgbClr val="9AA5B1"/>
            </a:solidFill>
            <a:prstDash val="dash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7635240" y="2607183"/>
            <a:ext cx="1371600" cy="237744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cpo_name = name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 flipV="1">
            <a:off x="3063240" y="3561588"/>
            <a:ext cx="1508760" cy="1645920"/>
          </a:xfrm>
          <a:prstGeom prst="line">
            <a:avLst/>
          </a:prstGeom>
          <a:noFill/>
          <a:ln w="15875">
            <a:solidFill>
              <a:srgbClr val="9AA5B1"/>
            </a:solidFill>
            <a:prstDash val="dash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3131820" y="4265676"/>
            <a:ext cx="1371600" cy="237744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model_name = model_code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589520" y="3561588"/>
            <a:ext cx="1417320" cy="1533906"/>
          </a:xfrm>
          <a:prstGeom prst="line">
            <a:avLst/>
          </a:prstGeom>
          <a:noFill/>
          <a:ln w="15875">
            <a:solidFill>
              <a:srgbClr val="9AA5B1"/>
            </a:solidFill>
            <a:prstDash val="dash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7612380" y="4209669"/>
            <a:ext cx="1371600" cy="237744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sw/fw_version = tag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 flipV="1">
            <a:off x="4549140" y="4334256"/>
            <a:ext cx="1531620" cy="557784"/>
          </a:xfrm>
          <a:prstGeom prst="line">
            <a:avLst/>
          </a:prstGeom>
          <a:noFill/>
          <a:ln w="15875">
            <a:solidFill>
              <a:srgbClr val="9AA5B1"/>
            </a:solidFill>
            <a:prstDash val="dash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4629150" y="4494276"/>
            <a:ext cx="1371600" cy="237744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requested_by = name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" y="6172200"/>
            <a:ext cx="11274552" cy="502920"/>
          </a:xfrm>
          <a:prstGeom prst="rect">
            <a:avLst/>
          </a:prstGeom>
          <a:solidFill>
            <a:srgbClr val="FBF3E3"/>
          </a:solidFill>
          <a:ln w="9525">
            <a:solidFill>
              <a:srgbClr val="E9D9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6172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마스터 테이블은 모두 문자열 값으로 느슨하게 연결되며 DB 레벨의 FK 제약은 걸려 있지 않습니다(모델 조회는 반드시 findModelInfo 양방향 매칭 헬퍼 사용). 구 버전 tb_master_sw_version · tb_master_cable_length 는 tb_program_version 등으로 대체되어 이 다이어그램에서는 제외했습니다.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 /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검사 성적서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881360" y="320040"/>
            <a:ext cx="86868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141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tb_sales_order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7977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265176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3017520"/>
            <a:ext cx="241401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123444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141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23444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tb_func_inspection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154533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검사 성적서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06240" y="1737360"/>
            <a:ext cx="3566160" cy="1741932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4256" y="1783080"/>
            <a:ext cx="3328416" cy="166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SERIAL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INTEGER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FK,UQ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serial_no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UQ*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insp_date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JSON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6240" y="397764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141A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397764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tb_ship_inspection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428853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출하 검사 성적서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06240" y="4480560"/>
            <a:ext cx="3566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34256" y="4526280"/>
            <a:ext cx="332841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SERIAL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INTEGER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FK,UQ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insp_date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JSON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JSON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flipV="1">
            <a:off x="3200400" y="2356866"/>
            <a:ext cx="1005840" cy="534924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017520" y="2505456"/>
            <a:ext cx="1371600" cy="237744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1건씩만 생성 (UNIQUE)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13421" y="2687604"/>
            <a:ext cx="329184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64035" y="2341596"/>
            <a:ext cx="329184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891790"/>
            <a:ext cx="1005840" cy="209169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017520" y="3818763"/>
            <a:ext cx="1371600" cy="237744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1건씩만 생성 (UNIQUE)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122988" y="2963358"/>
            <a:ext cx="329184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954468" y="4692456"/>
            <a:ext cx="329184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321040" y="237744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25146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체크리스트 로딩 방식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03920" y="283464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docs/ship/{model_code}.json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docs/func/{model_code}.json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우선 fetch, 없으면 JS 내 기본값(SHIP/FUNC_CHECKLIST_DEFAULT) 사용. 저장 시 checks 필드에 _checklist 스냅샷을 함께 저장합니다.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6172200"/>
            <a:ext cx="11274552" cy="502920"/>
          </a:xfrm>
          <a:prstGeom prst="rect">
            <a:avLst/>
          </a:prstGeom>
          <a:solidFill>
            <a:srgbClr val="FBF3E3"/>
          </a:solidFill>
          <a:ln w="9525">
            <a:solidFill>
              <a:srgbClr val="E9D9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6172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seed.sql(v3) 정의는 serial_no TEXT UNIQUE 이지만, db.js 의 getFuncInspection/saveFuncInspection/getShipInspectionDB 등은 모두 order_id 로 select/upsert/delete 합니다 — 실 서비스 동작 기준으로 order_id 를 FK로 표기했습니다. 스키마 재실행 전 실제 Supabase 테이블 구조를 확인하세요.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 /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모듈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881360" y="320040"/>
            <a:ext cx="86868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141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tb_chargepoint_infor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45336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충전기 설치 정보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063240" cy="127558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783080"/>
            <a:ext cx="282549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SERIAL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serial_no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model_name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install_address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23444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141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23444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tb_as_reception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154533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접수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43400" y="1737360"/>
            <a:ext cx="3200400" cy="1741932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71416" y="1783080"/>
            <a:ext cx="2962656" cy="166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SERIAL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reception_no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UQ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serial_no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fault_type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66760" y="1234440"/>
            <a:ext cx="33375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141A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23444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tb_as_log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58200" y="1545336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처리 이력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366760" y="1737360"/>
            <a:ext cx="33375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94776" y="1783080"/>
            <a:ext cx="309981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SERIAL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reception_id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INTEGER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changed_at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from_status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to_status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changed_by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66760" y="4114800"/>
            <a:ext cx="333756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141A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411480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tb_as_photo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58200" y="4425696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첨부 사진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366760" y="4617720"/>
            <a:ext cx="3337560" cy="127558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94776" y="4663440"/>
            <a:ext cx="3099816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SERIAL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reception_id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INTEGER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uploaded_at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9525">
            <a:solidFill>
              <a:srgbClr val="141A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60520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tb_sales_order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471416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663440"/>
            <a:ext cx="306324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" y="4709160"/>
            <a:ext cx="282549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pPr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TEXT</a:t>
            </a:r>
            <a:pPr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520440" y="2123694"/>
            <a:ext cx="822960" cy="233172"/>
          </a:xfrm>
          <a:prstGeom prst="line">
            <a:avLst/>
          </a:prstGeom>
          <a:noFill/>
          <a:ln w="15875">
            <a:solidFill>
              <a:srgbClr val="9AA5B1"/>
            </a:solidFill>
            <a:prstDash val="dash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3246120" y="2121408"/>
            <a:ext cx="1371600" cy="237744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serial_no 매칭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 flipV="1">
            <a:off x="7543800" y="2240280"/>
            <a:ext cx="822960" cy="116586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7269480" y="2179701"/>
            <a:ext cx="1371600" cy="237744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상태변경 시마다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578387" y="2218921"/>
            <a:ext cx="329184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02989" y="2158769"/>
            <a:ext cx="329184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543800" y="2356866"/>
            <a:ext cx="822960" cy="2647188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7269480" y="3561588"/>
            <a:ext cx="1371600" cy="237744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첨부 시마다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438928" y="2439237"/>
            <a:ext cx="329184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142448" y="4702227"/>
            <a:ext cx="329184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988820" y="3012948"/>
            <a:ext cx="9144" cy="1147572"/>
          </a:xfrm>
          <a:prstGeom prst="line">
            <a:avLst/>
          </a:prstGeom>
          <a:noFill/>
          <a:ln w="15875">
            <a:solidFill>
              <a:srgbClr val="9AA5B1"/>
            </a:solidFill>
            <a:prstDash val="dash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1303020" y="3467862"/>
            <a:ext cx="1371600" cy="237744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매칭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" y="6172200"/>
            <a:ext cx="11274552" cy="502920"/>
          </a:xfrm>
          <a:prstGeom prst="rect">
            <a:avLst/>
          </a:prstGeom>
          <a:solidFill>
            <a:srgbClr val="FBF3E3"/>
          </a:solidFill>
          <a:ln w="9525">
            <a:solidFill>
              <a:srgbClr val="E9D9A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6172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접수 화면에서 시리얼번호로 tb_chargepoint_infor 를 조회하고, 없으면 AddChargepointModal 로 신규 등록 후 접수를 이어갑니다. reception_id 참조는 DB 레벨 FK 제약 없이 앱 로직으로만 관리됩니다.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2026-07-15T03:14:06Z</dcterms:created>
  <dcterms:modified xsi:type="dcterms:W3CDTF">2026-07-15T03:14:06Z</dcterms:modified>
</cp:coreProperties>
</file>